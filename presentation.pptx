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STREET PLAYER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+ STICKER MERCH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8888F"/>
                </a:solidFill>
                <a:latin typeface="Calibri"/>
              </a:defRPr>
            </a:pPr>
            <a:r>
              <a:t>Экосистема продуктов Full-Stack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A86FF"/>
                </a:solidFill>
                <a:latin typeface="Calibri"/>
              </a:defRPr>
            </a:pPr>
            <a:r>
              <a:t>Интернет-магазин  •  Десктопный плеер  •  Android-плеер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86FF"/>
                </a:solidFill>
                <a:latin typeface="Calibri"/>
              </a:defRPr>
            </a:pPr>
            <a:r>
              <a:t>1  ОБЩИЙ ОБЗОР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F"/>
                </a:solidFill>
                <a:latin typeface="Calibri"/>
              </a:defRPr>
            </a:pPr>
            <a:r>
              <a:t>Два независимых продукта в едином киберпанк-стиле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303520" cy="256032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 STICKER MERCH — Интернет-магазин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Интернет-магазин мерча русской музыки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0487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Backend: Django REST API +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60904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Frontend: React SPA (TypeScript, Vite, React 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916936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Тёмная тема, акценты gold/cyan/pink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10 артистов, 60+ товаров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JWT-авторизация, корзина, избранное, заказы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463040"/>
            <a:ext cx="5029200" cy="256032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6459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B954"/>
                </a:solidFill>
                <a:latin typeface="Calibri"/>
              </a:defRPr>
            </a:pPr>
            <a:r>
              <a:t> STREET PLAYER — Аудиоплеер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14884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Кроссплатформенный аудиоплеер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0487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Десктоп: C# / Avalonia / NAudio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6090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Android: Kotlin / Jetpack Compose / Media3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1693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Библиотека треков, поиск, эквалайзер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17296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Режимы: Shuffle / Repeat / AutoPlay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42900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Фоновое воспроизведение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97680"/>
            <a:ext cx="10698480" cy="2194560"/>
          </a:xfrm>
          <a:prstGeom prst="roundRect">
            <a:avLst/>
          </a:prstGeom>
          <a:solidFill>
            <a:srgbClr val="151520"/>
          </a:solidFill>
          <a:ln w="127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4805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6 подпроектов на 5 языках программирования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Единый дизайн: тёмный фон (#0a0a0f), акцентные цвета, свой набор SVG-иконок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PostgreSQL: 10 таблиц (6 legacy + 4 через Django)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▸ Android APK собран: JDK 17, AGP 8.2.2, compileSdk 34, minSdk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6B6D4"/>
                </a:solidFill>
                <a:latin typeface="Calibri"/>
              </a:defRPr>
            </a:pPr>
            <a:r>
              <a:t>2  WEB SHOP — Backend (Django)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Calibri"/>
              </a:defRPr>
            </a:pPr>
            <a:r>
              <a:t> REST API Эндпоинты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GET  /api/artists/  — список артистов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GET  /api/merch/?artist_slug=  — товары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POST /api/checkout/  — оформление заказа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POST /api/auth/login|register  — авторизация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JWT access 2ч / refresh 7дней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 Админ-панель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Кастомная админка по адресу /cp/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16 function-based вьюв (CRUD + дашборд)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12 HTML-шаблонов (тёмная тема)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Управление запасами (Supplies + остатки)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Жизненный цикл заказа: обработка → отправка → доставлено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Calibri"/>
              </a:defRPr>
            </a:pPr>
            <a:r>
              <a:t>Схема базы данных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 моделей: ShopUser, Creator, Category, Product, ProductVariant,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  ProductImage, UserProfile, Order, OrderItem, Supply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 legacy-таблиц (managed=False), 4 через Django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94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F"/>
                </a:solidFill>
                <a:latin typeface="Calibri"/>
              </a:defRPr>
            </a:pPr>
            <a:r>
              <a:t>Product → Variant (размер/цвет/SKU/остаток) → Supply (лог поставок)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F"/>
                </a:solidFill>
                <a:latin typeface="Calibri"/>
              </a:defRPr>
            </a:pPr>
            <a:r>
              <a:t>Order → OrderItem (денормализованные снипшоты)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3  WEB SHOP — Frontend (React)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 Архитектура SPA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9 страниц: Главная, Каталог,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 Товар, Корзина, Избранное,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  О нас, Профиль, Вход, Регистрация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React 19 + React Router 7 + Vite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TypeScript strict mode, 1688 строк CSS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5468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Тёмная тема, адаптивная вёрстка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43F5E"/>
                </a:solidFill>
                <a:latin typeface="Calibri"/>
              </a:defRPr>
            </a:pPr>
            <a:r>
              <a:t> Возможности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53 кастомных SVG-иконки, 10 иконок артистов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Корзина и избранное в 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Mock-данные (10 артистов, 66 товаров)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AuthContext + JWT в localStorage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npm run build → /frontend/dist/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31920"/>
            <a:ext cx="10515600" cy="2194560"/>
          </a:xfrm>
          <a:prstGeom prst="roundRect">
            <a:avLst/>
          </a:prstGeom>
          <a:solidFill>
            <a:srgbClr val="1515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Calibri"/>
              </a:defRPr>
            </a:pPr>
            <a:r>
              <a:t>MerchMarketRN (React Native)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React Native (Expo SDK 56) — альтернативное мобильное приложение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9 экранов, кастомная stack-навигация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F"/>
                </a:solidFill>
                <a:latin typeface="Calibri"/>
              </a:defRPr>
            </a:pPr>
            <a:r>
              <a:t>• Автообновление JWT при 401, mock-данные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F"/>
                </a:solidFill>
                <a:latin typeface="Calibri"/>
              </a:defRPr>
            </a:pPr>
            <a:r>
              <a:t>• 36 SVG-иконок + 10 иконок артистов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DB954"/>
                </a:solidFill>
                <a:latin typeface="Calibri"/>
              </a:defRPr>
            </a:pPr>
            <a:r>
              <a:t>4  STREET PLAYER — Десктоп (C# / Avalonia)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B954"/>
                </a:solidFill>
                <a:latin typeface="Calibri"/>
              </a:defRPr>
            </a:pPr>
            <a:r>
              <a:t> Технологический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.NET 10, Avalonia 11.1 (Fluent, AcrylicBlur)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NAudio 2.2.1 (WaveOutEvent, AudioFileReader)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CommunityToolkit.Mvvm 8.3.2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TagLibSharp 2.3.0 (ID3-теги, обложки)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xUnit тесты (18 шт., PlayerViewModelTests)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Calibri"/>
              </a:defRPr>
            </a:pPr>
            <a:r>
              <a:t> Функционал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Play / Pause / Next / Prev + ползунок перемотки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Эквалайзер: Bass (80Hz) + Treble (6kHz) ±24dB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Плейлист: сканирование, дедуп, save/load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Обложки из ID3, поиск по трекам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Shuffle / Repeat / AutoPlay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515600" cy="2194560"/>
          </a:xfrm>
          <a:prstGeom prst="roundRect">
            <a:avLst/>
          </a:prstGeom>
          <a:solidFill>
            <a:srgbClr val="1515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Calibri"/>
              </a:defRPr>
            </a:pPr>
            <a:r>
              <a:t>Известные проблемы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488 строк в ViewModel — нечистый MVVM (code-behind связка)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823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Нет кэша обложек, MaxRecursionDepth=4 для сканирования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29784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Индикатор LoadingProgress никогда не показывается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77256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Player.csproj.user содержит мусорную WinForms-ссылку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A86FF"/>
                </a:solidFill>
                <a:latin typeface="Calibri"/>
              </a:defRPr>
            </a:pPr>
            <a:r>
              <a:t>5  STREET PLAYER — Mobile (Kotlin / Android)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Calibri"/>
              </a:defRPr>
            </a:pPr>
            <a:r>
              <a:t> Технологический стек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Kotlin 1.9.22, AGP 8.2.2, compileSdk 34, minSdk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Jetpack Compose (BOM 2024.02), Material3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AndroidX Media3 1.2.1 (ExoPlayer + MediaSession)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Coroutines 1.7.3, AndroidViewModel + StateFlow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APK: 18.3 MB debug-сборка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188720"/>
            <a:ext cx="5029200" cy="2377440"/>
          </a:xfrm>
          <a:prstGeom prst="roundRect">
            <a:avLst/>
          </a:prstGeom>
          <a:solidFill>
            <a:srgbClr val="151520"/>
          </a:solidFill>
          <a:ln w="1905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DB954"/>
                </a:solidFill>
                <a:latin typeface="Calibri"/>
              </a:defRPr>
            </a:pPr>
            <a:r>
              <a:t> Функционал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74520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Сканирование локальной музыки через MediaStore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05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Фоновое воспроизведение (MediaSessionService)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8658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Кастомное уведомление с Prev/Play/Next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426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Поиск, Shuffle, Repeat, AutoPlay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9864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• 528 строк Compose UI в киберпанк-стиле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931920"/>
            <a:ext cx="10515600" cy="2377440"/>
          </a:xfrm>
          <a:prstGeom prst="roundRect">
            <a:avLst/>
          </a:prstGeom>
          <a:solidFill>
            <a:srgbClr val="151520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3F5E"/>
                </a:solidFill>
                <a:latin typeface="Calibri"/>
              </a:defRPr>
            </a:pPr>
            <a:r>
              <a:t>Проблемы и техдолг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🔴 КРИТИЧНО: нет startForeground() → краш на Android 13+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Весь плейлист пересоздаётся при каждом переключении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074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Нет эквалайзера (только на десктопе)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39495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Нет сохранения плейлиста между сессиями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7150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⚠ Java 1.8 target ограничивает возможности Kotlin stdlib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59E0B"/>
                </a:solidFill>
                <a:latin typeface="Calibri"/>
              </a:defRPr>
            </a:pPr>
            <a:r>
              <a:t>6  АРХИТЕКТУРА И СТЕК ТЕХНОЛОГИЙ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743200" cy="2011680"/>
          </a:xfrm>
          <a:prstGeom prst="roundRect">
            <a:avLst/>
          </a:prstGeom>
          <a:solidFill>
            <a:srgbClr val="151520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6B6D4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Django 5.2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DRF + SimpleJWT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Python 3.11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097280"/>
            <a:ext cx="2743200" cy="2011680"/>
          </a:xfrm>
          <a:prstGeom prst="roundRect">
            <a:avLst/>
          </a:prstGeom>
          <a:solidFill>
            <a:srgbClr val="15152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1887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5544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React 19 + TypeScript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828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Vite 5 + React Router 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1031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CSS (1688 строк)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3774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localStorage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1097280"/>
            <a:ext cx="2560320" cy="2011680"/>
          </a:xfrm>
          <a:prstGeom prst="roundRect">
            <a:avLst/>
          </a:prstGeom>
          <a:solidFill>
            <a:srgbClr val="151520"/>
          </a:solidFill>
          <a:ln w="25400">
            <a:solidFill>
              <a:srgbClr val="1DB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188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B954"/>
                </a:solidFill>
                <a:latin typeface="Calibri"/>
              </a:defRPr>
            </a:pPr>
            <a: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.NET 10 / C# 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Avalonia 11.1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NAudio + TagLib#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377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xUnit тесты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1097280"/>
            <a:ext cx="2560320" cy="2011680"/>
          </a:xfrm>
          <a:prstGeom prst="roundRect">
            <a:avLst/>
          </a:prstGeom>
          <a:solidFill>
            <a:srgbClr val="151520"/>
          </a:solidFill>
          <a:ln w="2540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09760" y="11887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A86FF"/>
                </a:solidFill>
                <a:latin typeface="Calibri"/>
              </a:defRPr>
            </a:pPr>
            <a:r>
              <a:t>ANDROID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1554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Kotlin 1.9.22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18288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Jetpack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Media3 ExoPlayer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3774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FFFFF"/>
                </a:solidFill>
                <a:latin typeface="Calibri"/>
              </a:defRPr>
            </a:pPr>
            <a:r>
              <a:t>JDK 17 / Gradle 8.12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383280"/>
            <a:ext cx="11247120" cy="2926080"/>
          </a:xfrm>
          <a:prstGeom prst="roundRect">
            <a:avLst/>
          </a:prstGeom>
          <a:solidFill>
            <a:srgbClr val="151520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Статистика проекта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886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6 подпроектов  |  5 языков программирования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2336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10 Django-моделей  |  9 API эндпоинтов  |  16 admin-вьювов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581144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9 страниц React + 12 HTML-шаблонов  |  53 SVG (React) + 36 (React Native)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Десктоп: 12 C#-файлов, 488 строк ViewModel, 18 xUnit-тестов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276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Android: 9 Kotlin-файлов, 528 строк Compose UI, ExoPlayer + MediaSession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623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Calibri"/>
              </a:defRPr>
            </a:pPr>
            <a:r>
              <a:t>Android APK: debug 18.3 MB, minSdk 26, targetSdk 34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Calibri"/>
              </a:defRPr>
            </a:pPr>
            <a:r>
              <a:t>СПАСИБО ЗА ВНИМАНИЕ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  <a:latin typeface="Calibri"/>
              </a:defRPr>
            </a:pPr>
            <a:r>
              <a:t>STREET PLAYER  +  STICKER MERCH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F"/>
                </a:solidFill>
                <a:latin typeface="Calibri"/>
              </a:defRPr>
            </a:pPr>
            <a:r>
              <a:t>Full-Stack экосистема продуктов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